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VisitIQ - High Level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AI-Enhanced Healthcare Scheduling and Chat (RAG + LLM)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pPr lvl="1"/>
            <a:r>
              <a:t>Streamlit UI (app.py)</a:t>
            </a:r>
          </a:p>
          <a:p>
            <a:pPr lvl="1"/>
            <a:r>
              <a:t>SmartLLMHealthcareChatbot (RAG + Llama3 via Ollama)</a:t>
            </a:r>
          </a:p>
          <a:p>
            <a:pPr lvl="1"/>
            <a:r>
              <a:t>SlotManager (FHIR slots/appointments)</a:t>
            </a:r>
          </a:p>
          <a:p>
            <a:pPr lvl="1"/>
            <a:r>
              <a:t>Chroma Vector DB (duckdb+parquet)</a:t>
            </a:r>
          </a:p>
          <a:p>
            <a:pPr lvl="1"/>
            <a:r>
              <a:t>Embeddings via SentenceTransformer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-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query in Streamlit</a:t>
            </a:r>
          </a:p>
          <a:p>
            <a:pPr lvl="1"/>
            <a:r>
              <a:t>Router identifies intent (patients/physicians/scheduling/other)</a:t>
            </a:r>
          </a:p>
          <a:p>
            <a:pPr lvl="1"/>
            <a:r>
              <a:t>Retrieve top-k context from Chroma (embeddings)</a:t>
            </a:r>
          </a:p>
          <a:p>
            <a:pPr lvl="1"/>
            <a:r>
              <a:t>Build focused prompt, call Llama3 via Ollama</a:t>
            </a:r>
          </a:p>
          <a:p>
            <a:pPr lvl="1"/>
            <a:r>
              <a:t>Parse JSON / fallback; add structured data</a:t>
            </a:r>
          </a:p>
          <a:p>
            <a:pPr lvl="1"/>
            <a:r>
              <a:t>Render table/response in Streamlit and append chat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tools/build_embeddings.py (docs-only, ingest docs)</a:t>
            </a:r>
          </a:p>
          <a:p>
            <a:pPr lvl="1"/>
            <a:r>
              <a:t>Sources: patient_documents (PDF/IMG/DICOM/HL7/TXT/JSON)</a:t>
            </a:r>
          </a:p>
          <a:p>
            <a:pPr lvl="1"/>
            <a:r>
              <a:t>Optional LLM normalization for structured fields</a:t>
            </a:r>
          </a:p>
          <a:p>
            <a:pPr lvl="1"/>
            <a:r>
              <a:t>Persist docs/ids/metadatas + embeddings.npy in Chroma dir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Local-first design:</a:t>
            </a:r>
          </a:p>
          <a:p>
            <a:pPr lvl="1"/>
            <a:r>
              <a:rPr dirty="0"/>
              <a:t>Chroma and </a:t>
            </a:r>
            <a:r>
              <a:rPr dirty="0" err="1"/>
              <a:t>Ollama</a:t>
            </a:r>
            <a:r>
              <a:rPr dirty="0"/>
              <a:t> run locally by default</a:t>
            </a:r>
          </a:p>
          <a:p>
            <a:pPr lvl="1"/>
            <a:r>
              <a:rPr dirty="0"/>
              <a:t>No external data egress required</a:t>
            </a:r>
          </a:p>
          <a:p>
            <a:pPr lvl="1"/>
            <a:r>
              <a:rPr lang="en-IN" dirty="0"/>
              <a:t>Healthcare PHI remains local — no HIPAA violation (demo uses synthetic data)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Roadmap:</a:t>
            </a:r>
          </a:p>
          <a:p>
            <a:pPr lvl="1"/>
            <a:r>
              <a:t>Mirror appointments into vector DB for vector-only scheduling</a:t>
            </a:r>
          </a:p>
          <a:p>
            <a:pPr lvl="1"/>
            <a:r>
              <a:t>RBAC and audit logging</a:t>
            </a:r>
          </a:p>
          <a:p>
            <a:pPr lvl="1"/>
            <a:r>
              <a:t>PHI redaction and differential privacy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/ Landing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screenshot: docs/screenshots/01_home.png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Chat: List Physicians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screenshot: docs/screenshots/02_chat_list_physicians.png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Chat: Available Patients (All)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screenshot: docs/screenshots/03_chat_available_patients.png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Chat: Patients Scheduled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screenshot: docs/screenshots/04_chat_patients_today.png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Slots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screenshot: docs/screenshots/05_slots.png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Prioritization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screenshot: docs/screenshots/06_prioritization.png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926080" cy="914400"/>
          </a:xfrm>
          <a:prstGeom prst="roundRect">
            <a:avLst/>
          </a:prstGeom>
          <a:solidFill>
            <a:srgbClr val="EA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Streamlit UI (app.py)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005840"/>
            <a:ext cx="3931920" cy="1280160"/>
          </a:xfrm>
          <a:prstGeom prst="roundRect">
            <a:avLst/>
          </a:prstGeom>
          <a:solidFill>
            <a:srgbClr val="EA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SmartLLMHealthcareChatbot
(Router + RAG + LLM)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926080" cy="914400"/>
          </a:xfrm>
          <a:prstGeom prst="roundRect">
            <a:avLst/>
          </a:prstGeom>
          <a:solidFill>
            <a:srgbClr val="EA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SlotManager
(FHIR Slots/Appointments)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743200"/>
            <a:ext cx="2743200" cy="914400"/>
          </a:xfrm>
          <a:prstGeom prst="roundRect">
            <a:avLst/>
          </a:prstGeom>
          <a:solidFill>
            <a:srgbClr val="EA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Chroma Vector DB
(duckdb+parquet)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743200"/>
            <a:ext cx="2011680" cy="914400"/>
          </a:xfrm>
          <a:prstGeom prst="roundRect">
            <a:avLst/>
          </a:prstGeom>
          <a:solidFill>
            <a:srgbClr val="EA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Ollama LLM (llama3)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023360"/>
            <a:ext cx="2743200" cy="822960"/>
          </a:xfrm>
          <a:prstGeom prst="roundRect">
            <a:avLst/>
          </a:prstGeom>
          <a:solidFill>
            <a:srgbClr val="EA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SentenceTransformer
(embeddings)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1645920"/>
            <a:ext cx="36575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120639" y="2286000"/>
            <a:ext cx="59436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675120" y="1645920"/>
            <a:ext cx="1005839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120639" y="3657600"/>
            <a:ext cx="0" cy="3657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383280" y="1645920"/>
            <a:ext cx="365759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20240" y="1005840"/>
            <a:ext cx="3794759" cy="1828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213</Words>
  <Application>Microsoft Macintosh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VisitIQ - High Level Design</vt:lpstr>
      <vt:lpstr>Architecture Overview</vt:lpstr>
      <vt:lpstr>Data Flow - Chat</vt:lpstr>
      <vt:lpstr>Vector Ingestion</vt:lpstr>
      <vt:lpstr>Security &amp; Privacy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Mohan Reddy Guddeti</cp:lastModifiedBy>
  <cp:revision>2</cp:revision>
  <dcterms:created xsi:type="dcterms:W3CDTF">2013-01-27T09:14:16Z</dcterms:created>
  <dcterms:modified xsi:type="dcterms:W3CDTF">2025-09-03T05:31:36Z</dcterms:modified>
  <cp:category/>
</cp:coreProperties>
</file>